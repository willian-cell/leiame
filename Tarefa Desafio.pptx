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09F37-4466-44FF-83D0-ACBF1155D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35EDCB-FB5F-47A7-A261-3813E8C01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8C3CEF-6819-4623-ABB0-30793471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E8C8-5B12-4B6F-BD17-28937B9AA302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F4596A-9D77-4522-8585-1598F5FF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12B350-2107-4466-8ED1-82B5FC23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D2D-4492-4E41-9C0A-BD50B696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750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00141-0CC3-437C-AECF-EC79F6AE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688E57-61FB-4097-B2D1-B93FEB468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284441-898F-4B19-825D-86B785BF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E8C8-5B12-4B6F-BD17-28937B9AA302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0A8AC2-15FF-496B-AFF8-3B0D98C86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E6B5CA-C606-482D-B4D6-32085C31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D2D-4492-4E41-9C0A-BD50B696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95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EE9A6-F976-4B1B-8BCB-9B16BFFBE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614B81-9E57-4A0C-A9B6-797635ABA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6C0FF2-30FA-45D8-BB96-FF4260F3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E8C8-5B12-4B6F-BD17-28937B9AA302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DFDF48-9CDE-43B0-A40F-E0A164213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78DB34-4EC9-4DCE-B393-CBA67091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D2D-4492-4E41-9C0A-BD50B696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5699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123962-916D-491D-93BC-602A344D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605A1D-3A57-4F2D-A9B9-AE7D382E3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AEE3A2-247D-4ABD-9F66-2CB00134A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570D9B-1669-4A8B-BA47-30B63D08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E8C8-5B12-4B6F-BD17-28937B9AA302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D8CC80-109C-4B36-9449-96A0D920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865F17-7530-4CD9-B9EA-D21C3CAD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D2D-4492-4E41-9C0A-BD50B696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738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3E974-AAF7-4E92-9D8B-2D125F321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61D5B3-CBD1-4824-A051-578A1F2AE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4CA18A-A239-4AAE-ADAC-7709F08F3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18E3D20-F077-4D15-BEC5-77FD212A8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768F94F-DA50-4A8A-96AF-105645CCC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B6E101B-4E96-45BF-AB10-64AA7666B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E8C8-5B12-4B6F-BD17-28937B9AA302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65FA5FB-EB3C-4FBD-8F46-2D210096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339AC13-E92E-4A52-AB6E-EDD9701E8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D2D-4492-4E41-9C0A-BD50B696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9198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4D34E-00BB-4BCA-8A1D-8CF0387C8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07BF8A0-D181-4A62-99CD-64064BF4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E8C8-5B12-4B6F-BD17-28937B9AA302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A150B7A-8D93-422D-82D7-F285AC03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DA2B3B2-ADB8-4B6A-88B0-51D28390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D2D-4492-4E41-9C0A-BD50B696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860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1E0E360-8414-4072-A293-34823FEF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E8C8-5B12-4B6F-BD17-28937B9AA302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4A8F6F2-F62A-413F-9221-EB892C306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72EB2F-90C8-4BEF-BA75-89164923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D2D-4492-4E41-9C0A-BD50B696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0865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BA1C0-D932-4A0F-9DB1-C01DF92D0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55FFCD-C61F-4404-80C1-70876DE1B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8274048-9E9E-4D74-A9F7-6F5E4AA53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9718BB-F112-4689-BF69-AC22256DA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E8C8-5B12-4B6F-BD17-28937B9AA302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8F952F-9E99-47D0-995C-9B0CD6232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6333CE-F29F-44A8-8741-7DA6BF94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D2D-4492-4E41-9C0A-BD50B696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7270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76DBE-077C-4214-BA57-6405CD8D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A2D2876-6CF0-4C84-B788-43291D911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CE4F22-DABC-4D52-82A5-5D1DE8175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8AF3AF-0447-45BC-97F6-5C536893D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E8C8-5B12-4B6F-BD17-28937B9AA302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1AF08A-CA82-4526-9362-B3DEDA74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F9ED61-B42F-4A15-AB6B-209CC320D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D2D-4492-4E41-9C0A-BD50B696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3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CD695-9F6F-4A40-936B-A6A9C7DE3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C15B7F-175E-4F37-8C60-D76F3898C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0652-7459-424E-B6BF-A10C9A455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E8C8-5B12-4B6F-BD17-28937B9AA302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918B37-70FF-455E-AD6E-88675F71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F100CB-8A6F-4334-B747-0F65B17D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D2D-4492-4E41-9C0A-BD50B696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654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2D5D72B-C291-472E-9C52-08A2D6424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45E49F-9AF7-4F74-8423-84DD1C9A17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8B2428-4E53-4FE9-AA4E-00D63DC1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CE8C8-5B12-4B6F-BD17-28937B9AA302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52298E-477D-4F5A-95CB-F9905C5F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31E647-2987-4F51-98C8-4F09CE33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0D2D-4492-4E41-9C0A-BD50B696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189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50786CB-9BF6-491D-85CD-534869B30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921EBD-7011-46BF-8145-F20118CA3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FC1A30-F508-4AA5-8A8B-4E0166593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CE8C8-5B12-4B6F-BD17-28937B9AA302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7F2A19-9DC5-48FD-8277-393852709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66EC96-AAE9-4FF8-A344-C9598D20C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80D2D-4492-4E41-9C0A-BD50B696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746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B84E88-15D5-481F-BB34-74013DBAE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Desafio será criar um pagina de livros com inteligência artificial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DC1664-20E6-46C7-87CB-5CDA17755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pt-BR" dirty="0"/>
              <a:t>Objetivo é identificar o gosto do usuário e oferecer para o usuário alternativas de livro para leitura.</a:t>
            </a:r>
          </a:p>
        </p:txBody>
      </p:sp>
    </p:spTree>
    <p:extLst>
      <p:ext uri="{BB962C8B-B14F-4D97-AF65-F5344CB8AC3E}">
        <p14:creationId xmlns:p14="http://schemas.microsoft.com/office/powerpoint/2010/main" val="724390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3DC1664-20E6-46C7-87CB-5CDA17755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58863"/>
            <a:ext cx="9144000" cy="1655762"/>
          </a:xfrm>
        </p:spPr>
        <p:txBody>
          <a:bodyPr/>
          <a:lstStyle/>
          <a:p>
            <a:r>
              <a:rPr lang="pt-BR" dirty="0"/>
              <a:t>Etapas do projeto: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23633B7-FF8D-4C4B-B70A-61801D55E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563" y="1709163"/>
            <a:ext cx="7944874" cy="313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51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3DC1664-20E6-46C7-87CB-5CDA17755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58863"/>
            <a:ext cx="9144000" cy="1655762"/>
          </a:xfrm>
        </p:spPr>
        <p:txBody>
          <a:bodyPr/>
          <a:lstStyle/>
          <a:p>
            <a:r>
              <a:rPr lang="pt-BR" dirty="0"/>
              <a:t>Etapas 3 e 4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24193E9-BB7C-42CB-82D3-0231F3B0B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16" y="1764507"/>
            <a:ext cx="9458167" cy="332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7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3DC1664-20E6-46C7-87CB-5CDA17755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58863"/>
            <a:ext cx="9144000" cy="1655762"/>
          </a:xfrm>
        </p:spPr>
        <p:txBody>
          <a:bodyPr/>
          <a:lstStyle/>
          <a:p>
            <a:r>
              <a:rPr lang="pt-BR" dirty="0"/>
              <a:t>Etapa 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D9E86A-2A2C-4B9B-98C0-FFDF70BDA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05" y="1886744"/>
            <a:ext cx="11116390" cy="211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59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3DC1664-20E6-46C7-87CB-5CDA17755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58863"/>
            <a:ext cx="9144000" cy="1655762"/>
          </a:xfrm>
        </p:spPr>
        <p:txBody>
          <a:bodyPr/>
          <a:lstStyle/>
          <a:p>
            <a:r>
              <a:rPr lang="pt-BR" b="1" dirty="0"/>
              <a:t>Desenvolvimento: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68312CC-01F3-484B-96AF-0C6B7CFE0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862" y="2571578"/>
            <a:ext cx="2686425" cy="2457793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22C316B-15CE-4C04-9272-EA93115E78F4}"/>
              </a:ext>
            </a:extLst>
          </p:cNvPr>
          <p:cNvSpPr txBox="1">
            <a:spLocks/>
          </p:cNvSpPr>
          <p:nvPr/>
        </p:nvSpPr>
        <p:spPr>
          <a:xfrm>
            <a:off x="1676399" y="1882603"/>
            <a:ext cx="3181350" cy="6889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Primeiro acessar sua pasta com </a:t>
            </a:r>
            <a:r>
              <a:rPr lang="pt-BR" dirty="0" err="1"/>
              <a:t>Antigrávity</a:t>
            </a:r>
            <a:endParaRPr lang="pt-BR" dirty="0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C5AF5A45-6811-4897-9D69-1378BB677482}"/>
              </a:ext>
            </a:extLst>
          </p:cNvPr>
          <p:cNvSpPr txBox="1">
            <a:spLocks/>
          </p:cNvSpPr>
          <p:nvPr/>
        </p:nvSpPr>
        <p:spPr>
          <a:xfrm>
            <a:off x="5133756" y="1882602"/>
            <a:ext cx="6420279" cy="68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Dentro da Pasta crie index.html, style.css, script.js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A004104-7721-4590-B9F4-133D2DE55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611" y="2571577"/>
            <a:ext cx="6173061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67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3DC1664-20E6-46C7-87CB-5CDA17755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58863"/>
            <a:ext cx="9144000" cy="1655762"/>
          </a:xfrm>
        </p:spPr>
        <p:txBody>
          <a:bodyPr/>
          <a:lstStyle/>
          <a:p>
            <a:r>
              <a:rPr lang="pt-BR" b="1" dirty="0"/>
              <a:t>Desenvolvimento: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622C316B-15CE-4C04-9272-EA93115E78F4}"/>
              </a:ext>
            </a:extLst>
          </p:cNvPr>
          <p:cNvSpPr txBox="1">
            <a:spLocks/>
          </p:cNvSpPr>
          <p:nvPr/>
        </p:nvSpPr>
        <p:spPr>
          <a:xfrm>
            <a:off x="1676399" y="1882603"/>
            <a:ext cx="8524876" cy="1160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Dentro do terminal </a:t>
            </a:r>
            <a:r>
              <a:rPr lang="pt-BR" dirty="0" err="1"/>
              <a:t>Antigravity</a:t>
            </a:r>
            <a:r>
              <a:rPr lang="pt-BR" dirty="0"/>
              <a:t> faremos os prompts de comando pra essa criação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C5AF5A45-6811-4897-9D69-1378BB677482}"/>
              </a:ext>
            </a:extLst>
          </p:cNvPr>
          <p:cNvSpPr txBox="1">
            <a:spLocks/>
          </p:cNvSpPr>
          <p:nvPr/>
        </p:nvSpPr>
        <p:spPr>
          <a:xfrm>
            <a:off x="2728697" y="3429000"/>
            <a:ext cx="6420279" cy="6889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Regras de Prompt raiz: </a:t>
            </a:r>
            <a:r>
              <a:rPr lang="pt-BR" dirty="0" err="1"/>
              <a:t>Importancia</a:t>
            </a:r>
            <a:r>
              <a:rPr lang="pt-BR" dirty="0"/>
              <a:t> de destacar o objetivo do sistema ou site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4F62A9E-D072-426A-BF13-9B8AF009C208}"/>
              </a:ext>
            </a:extLst>
          </p:cNvPr>
          <p:cNvSpPr txBox="1">
            <a:spLocks/>
          </p:cNvSpPr>
          <p:nvPr/>
        </p:nvSpPr>
        <p:spPr>
          <a:xfrm>
            <a:off x="2728696" y="4867275"/>
            <a:ext cx="6420279" cy="6889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Regras de Refinamento: Atualizações e melhorias conforme a interação com a ia</a:t>
            </a:r>
          </a:p>
        </p:txBody>
      </p:sp>
    </p:spTree>
    <p:extLst>
      <p:ext uri="{BB962C8B-B14F-4D97-AF65-F5344CB8AC3E}">
        <p14:creationId xmlns:p14="http://schemas.microsoft.com/office/powerpoint/2010/main" val="4203829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3DC1664-20E6-46C7-87CB-5CDA17755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58863"/>
            <a:ext cx="9144000" cy="1655762"/>
          </a:xfrm>
        </p:spPr>
        <p:txBody>
          <a:bodyPr/>
          <a:lstStyle/>
          <a:p>
            <a:r>
              <a:rPr lang="pt-BR" b="1" dirty="0"/>
              <a:t>Desenvolvimento: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622C316B-15CE-4C04-9272-EA93115E78F4}"/>
              </a:ext>
            </a:extLst>
          </p:cNvPr>
          <p:cNvSpPr txBox="1">
            <a:spLocks/>
          </p:cNvSpPr>
          <p:nvPr/>
        </p:nvSpPr>
        <p:spPr>
          <a:xfrm>
            <a:off x="1676399" y="1882603"/>
            <a:ext cx="8524876" cy="1160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Quebra de contexto , sempre abrir uma nova conversa com a ia pra não ficar sem contexto de tarefas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C5AF5A45-6811-4897-9D69-1378BB677482}"/>
              </a:ext>
            </a:extLst>
          </p:cNvPr>
          <p:cNvSpPr txBox="1">
            <a:spLocks/>
          </p:cNvSpPr>
          <p:nvPr/>
        </p:nvSpPr>
        <p:spPr>
          <a:xfrm>
            <a:off x="2728697" y="3429000"/>
            <a:ext cx="6420279" cy="68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Defina bem as tarefas e o plano de execução 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4F62A9E-D072-426A-BF13-9B8AF009C208}"/>
              </a:ext>
            </a:extLst>
          </p:cNvPr>
          <p:cNvSpPr txBox="1">
            <a:spLocks/>
          </p:cNvSpPr>
          <p:nvPr/>
        </p:nvSpPr>
        <p:spPr>
          <a:xfrm>
            <a:off x="2728696" y="4867275"/>
            <a:ext cx="6420279" cy="6889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Nunca avance sem ler o plano de implementação gerado pela ia</a:t>
            </a:r>
          </a:p>
        </p:txBody>
      </p:sp>
    </p:spTree>
    <p:extLst>
      <p:ext uri="{BB962C8B-B14F-4D97-AF65-F5344CB8AC3E}">
        <p14:creationId xmlns:p14="http://schemas.microsoft.com/office/powerpoint/2010/main" val="4030982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3DC1664-20E6-46C7-87CB-5CDA17755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58863"/>
            <a:ext cx="9144000" cy="1655762"/>
          </a:xfrm>
        </p:spPr>
        <p:txBody>
          <a:bodyPr/>
          <a:lstStyle/>
          <a:p>
            <a:r>
              <a:rPr lang="pt-BR" b="1" dirty="0"/>
              <a:t>Desenvolvimento: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8420C4C-EBAC-411B-9D29-C70B2FBFE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521" y="2119074"/>
            <a:ext cx="2734057" cy="3419952"/>
          </a:xfrm>
          <a:prstGeom prst="rect">
            <a:avLst/>
          </a:prstGeom>
        </p:spPr>
      </p:pic>
      <p:sp>
        <p:nvSpPr>
          <p:cNvPr id="10" name="Seta: para a Esquerda 9">
            <a:extLst>
              <a:ext uri="{FF2B5EF4-FFF2-40B4-BE49-F238E27FC236}">
                <a16:creationId xmlns:a16="http://schemas.microsoft.com/office/drawing/2014/main" id="{8E59D1C3-6F9C-4327-9A51-AA4E00DF923E}"/>
              </a:ext>
            </a:extLst>
          </p:cNvPr>
          <p:cNvSpPr/>
          <p:nvPr/>
        </p:nvSpPr>
        <p:spPr>
          <a:xfrm>
            <a:off x="3214688" y="2157413"/>
            <a:ext cx="1500188" cy="21431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Esquerda 10">
            <a:extLst>
              <a:ext uri="{FF2B5EF4-FFF2-40B4-BE49-F238E27FC236}">
                <a16:creationId xmlns:a16="http://schemas.microsoft.com/office/drawing/2014/main" id="{2EAF2532-376D-48F5-8350-04575457703B}"/>
              </a:ext>
            </a:extLst>
          </p:cNvPr>
          <p:cNvSpPr/>
          <p:nvPr/>
        </p:nvSpPr>
        <p:spPr>
          <a:xfrm>
            <a:off x="3100388" y="4814888"/>
            <a:ext cx="2400300" cy="21431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6B12157-B0C0-4B62-BF14-7B7A95D09551}"/>
              </a:ext>
            </a:extLst>
          </p:cNvPr>
          <p:cNvSpPr/>
          <p:nvPr/>
        </p:nvSpPr>
        <p:spPr>
          <a:xfrm>
            <a:off x="5834445" y="4460379"/>
            <a:ext cx="22912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prompt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D0E3DBA-E2CA-464D-AACA-A2A41C2C1C3F}"/>
              </a:ext>
            </a:extLst>
          </p:cNvPr>
          <p:cNvSpPr/>
          <p:nvPr/>
        </p:nvSpPr>
        <p:spPr>
          <a:xfrm>
            <a:off x="4000500" y="1982122"/>
            <a:ext cx="610103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Sinal de + para nova conversa</a:t>
            </a:r>
            <a:endParaRPr lang="pt-BR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16638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3DC1664-20E6-46C7-87CB-5CDA17755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58863"/>
            <a:ext cx="9144000" cy="1655762"/>
          </a:xfrm>
        </p:spPr>
        <p:txBody>
          <a:bodyPr/>
          <a:lstStyle/>
          <a:p>
            <a:r>
              <a:rPr lang="pt-BR" b="1" dirty="0"/>
              <a:t>Desenvolvimento do site ou sistema index.html e style.css: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0227EBB-2ED8-446A-BCD2-6A21F45E5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4721"/>
            <a:ext cx="12192000" cy="539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05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3DC1664-20E6-46C7-87CB-5CDA17755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58863"/>
            <a:ext cx="9144000" cy="1655762"/>
          </a:xfrm>
        </p:spPr>
        <p:txBody>
          <a:bodyPr/>
          <a:lstStyle/>
          <a:p>
            <a:r>
              <a:rPr lang="pt-BR" b="1" dirty="0"/>
              <a:t>Desenvolvimento do site ou sistema scripts.js e API ia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86D7A2-4506-48C2-B1A0-B54DF5037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623" y="1886744"/>
            <a:ext cx="2715004" cy="41058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7A51720-5ACF-4287-9E4C-3D6505EC4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886744"/>
            <a:ext cx="5096586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6891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176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Desafio será criar um pagina de livros com inteligência artificial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Desafio será criar um pagina de livros com inteligência artificial </dc:title>
  <dc:creator>WILLIAN</dc:creator>
  <cp:lastModifiedBy>WILLIAN</cp:lastModifiedBy>
  <cp:revision>4</cp:revision>
  <dcterms:created xsi:type="dcterms:W3CDTF">2026-04-07T18:29:11Z</dcterms:created>
  <dcterms:modified xsi:type="dcterms:W3CDTF">2026-04-07T19:00:02Z</dcterms:modified>
</cp:coreProperties>
</file>